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423160"/>
            <a:ext cx="18288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GAMMA  ·  REVISTA DINERS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Digital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1868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Diners 2026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· RRSS · Newsletter · SEO · CRO · LLM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Ramirez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0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Ediciones Gamma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CENTRAL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el contenido.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funnel.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Pauta, Newsletter y Google Ads tienen la misma causa raíz: el checkout roto y el Pixel sin instalar.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468880"/>
            <a:ext cx="1636776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47,971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de pauta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78561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suscripción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24231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2468880"/>
            <a:ext cx="16367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24912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newsletter (11K lista activa)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378561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 $0 generados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24231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2468880"/>
            <a:ext cx="1636776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 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01184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 Google Ads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01184" y="378561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· COP 2.1M invertidos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86016" y="24231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0608" y="2468880"/>
            <a:ext cx="16367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77456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indexadas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77456" y="378561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787K conocidas por Google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7731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el funnel (Juan David · 5 tareas · semana del 23 jun) desbloquea simultáneamente todos los canales.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ESTRATÉGICO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áreas · 1 objetivo: convertir lectores en suscriptores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20240" cy="3611880"/>
          </a:xfrm>
          <a:prstGeom prst="roundRect">
            <a:avLst>
              <a:gd name="adj" fmla="val 4762"/>
            </a:avLst>
          </a:prstGeom>
          <a:solidFill>
            <a:srgbClr val="24385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Digital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118872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Consideración — $520K/sem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Conversión — $780K/sem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+ Google Ads Captación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total: $1.3M COP/semana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20240" cy="3611880"/>
          </a:xfrm>
          <a:prstGeom prst="roundRect">
            <a:avLst>
              <a:gd name="adj" fmla="val 4762"/>
            </a:avLst>
          </a:prstGeom>
          <a:solidFill>
            <a:srgbClr val="24385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33472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07792" y="2286000"/>
            <a:ext cx="1188720" cy="274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237744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ejes E-E-A-T por plataforma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 · TikTok · Pinterest · YouTube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editorial semanal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tráfico + suscripciones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2584" y="1234440"/>
            <a:ext cx="1920240" cy="3611880"/>
          </a:xfrm>
          <a:prstGeom prst="roundRect">
            <a:avLst>
              <a:gd name="adj" fmla="val 4762"/>
            </a:avLst>
          </a:prstGeom>
          <a:solidFill>
            <a:srgbClr val="24385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64024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HubSpot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38344" y="2286000"/>
            <a:ext cx="1188720" cy="2743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37744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22K → segmentar 4 grupos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Bienvenida + Conversión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UTMs (hoy Revenue = COP 0)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activos: 55.1%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1920240" cy="3611880"/>
          </a:xfrm>
          <a:prstGeom prst="roundRect">
            <a:avLst>
              <a:gd name="adj" fmla="val 4762"/>
            </a:avLst>
          </a:prstGeom>
          <a:solidFill>
            <a:srgbClr val="243858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CRO · LLM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68896" y="2286000"/>
            <a:ext cx="1188720" cy="2743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237744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+7K clics/trim sin contenido nuevo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+ Schema Author + AI briefs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LCP · 404s · crawl budget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1.65% → 3% objetivo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áreas convergen en un único cuello de botella: funnel de compra · Owner: Juan David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hace qué — sin ambigüedad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· Técnico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23774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301 /suscripciones/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checkout WooCommerce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Meta Pixel (4 eventos)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Paola Gordillo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· RRSS Diners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1792224"/>
            <a:ext cx="2377440" cy="27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lista 4 grupos (P0)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UTMs en HubSpot (P0)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Bienvenida + Conversión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Granja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· Contenido editorial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1792224"/>
            <a:ext cx="237744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title/meta 3 artículos clave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landing suscripciones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planes (precios)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91640" y="3200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Díaz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584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Google Ads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0" y="3803904"/>
            <a:ext cx="2377440" cy="27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Track 1 Consideración (P1)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Track 2 Conversión (P1)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captación Google Ads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3200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DF2F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584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· Aprobaciones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803904"/>
            <a:ext cx="2377440" cy="2743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precio plan 6 meses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baseline RRSS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GA4 + GSC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0 — ESTA SEMANA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Bloqueantes de todos los canales · Semana del 23 jun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2252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301 /suscripciones/ → URL canónica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03320" y="13258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1965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1764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checkout WooCommerce end-to-end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0025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03320" y="18653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5915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91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Meta Pixel con 4 eventos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25420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03320" y="24048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80720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89864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28437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conversion tracking Google Ads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308152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+ Sebastián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03320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3814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" y="33832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2 URLs suscripciones en 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" y="36210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03320" y="34838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97764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776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0F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8680" y="3922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lista newsletter (4 grupos en HubSpot)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" y="416052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Paola Gordillo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03320" y="40233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442569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451713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171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" y="44622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UTMs en HubSpot Email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8680" y="470001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Paola Gordillo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03320" y="4562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63440" y="118872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128016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1280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66360" y="12252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title + meta 'Canciones indirectas'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66360" y="14630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Granja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01000" y="13258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63440" y="172821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181965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8196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66360" y="1764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title + meta 'Santorini colombiano'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66360" y="20025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Granja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01000" y="18653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63440" y="226771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235915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23591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0J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66360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homepage meta: 'Revista Diners Colombia'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166360" y="25420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Granja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001000" y="24048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663440" y="280720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54880" y="289864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0K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66360" y="28437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URLs paramétricas en robots.txt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166360" y="308152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001000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663440" y="334670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754880" y="343814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66360" y="33832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en URLs /uncategorized/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166360" y="36210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001000" y="34838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663440" y="38862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754880" y="397764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39776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66360" y="3922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en paginación &gt; page/2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166360" y="416052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001000" y="40233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01 — PAUTA DIGITAL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Meta Ads · Jun 28 – Jul 11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24385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CONSIDERACIÓN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$520,000 COP / semana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749040" cy="274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8483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Tráfico · Alcance · Reconocimiento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Audiencias: Intereses cultura/gastronomía/viajes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Carrusel editorial + Reels top artículos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CTR &gt;2% · CPC &lt;$120 COP · 2.5M impresiones/mes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Prerequisito: Pixel instalado (Juan David)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24385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CONVERSIÓN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$780,000 COP / semana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92040" y="1965960"/>
            <a:ext cx="374904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8483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Ventas (Purchase event)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Audiencias: Retargeting + Lookalike suscriptores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Creative con tabla comparativa planes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CVR &gt;2% · CPA &lt;$35,000 COP · 50 sus/mes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Prerequisito: Checkout reparado (Juan David)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4754880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24385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Fase 1: $1,300,000 COP / semana  ·  Rolex y clientes externos: EXCLUIDOS (son ingresos por servicio)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03 — NEWSLETTER HUBSPOT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 · Diagnóstico · Plan de acción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22,362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18836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total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8912" y="2249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entregables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87752" y="18836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segmento activo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(11K · Jun 14)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87752" y="2249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 promedio cuenta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36592" y="18836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full list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(22K · Jun 19)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2249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inactivos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 $0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85432" y="18836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85432" y="2249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destino roto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85292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lista — HOY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310128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4 listas en HubSpot: Activos (abrieron 30d) · Tibios · Inactivos · Suscriptores pago.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más enviar a los 22K sin separar.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Paola Gordillo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7889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852928"/>
            <a:ext cx="384048" cy="38404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UTMs — HOY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83280" y="3310128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Settings → Email → Tracking → UTM parameters.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 el tráfico de email aparece como 'directo' en GA4 y Revenue = COP $0.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83280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Paola Gordillo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26480" y="27889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28529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(semana del 30 jun)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3310128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(3 emails: inmediato · día 3 · día 7)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(3 emails a lista Tibios). Solo lanzar cuando checkout esté reparado.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63640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Paola Gordillo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04 — SEO · CRO · LLM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tráfico, mejor tráfico, visible en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Quick Wins (sin contenido nuevo)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"Canciones indirectas"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 imp · CTR 0.7%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Reescribir title + meta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204825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0482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+4,000 clics/trim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436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"Santorini colombiano"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523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 imp · CTR 0.17%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intent mismatch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34640" y="291693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916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+2,500 clics/trim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"Brunch Bogotá 2026"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21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66K imp · CTR 1.86%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 + internal links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34640" y="378561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785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+3,500 clics/trim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4224528"/>
            <a:ext cx="3566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79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Sprint 1: +7,000 – 10,000 clics/trimestre sin un solo artículo nuevo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AI Search — Canal emergente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508760"/>
            <a:ext cx="384048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72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Diners ya tiene 62 sesiones/año via AI assistants sin optimización.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llms.txt + Schema Author + bloques de respuesta directa en top artículos,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existente se vuelve citable en Google AI Overviews, ChatGPT y Perplexity.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5786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/llms.txt (Juan David · P2)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Organization + Article + Author (Juan David · P2)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'En resumen' top 3 artículos (Simon Granja · P2)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9718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— Landing Suscripciones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383280"/>
            <a:ext cx="384048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930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58968" y="3493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/suscripciones/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94576" y="3493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Redirect → URL canónica (JD)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37673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58968" y="37673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comparativa precio/mes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94576" y="3767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Simon escribe · JD sube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40416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58968" y="40416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testimonios ni # suscriptores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94576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Simon · copy + datos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Hotjar: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58968" y="43159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datos de comportamiento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94576" y="4315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JD instala · P2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estrategia a la ejecución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24385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24358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435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28 Jun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+ Newsletter urgente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2359152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checkout · Pixel · Redirects (Juan David)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lista HubSpot · UTMs (Paola)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quick wins SEO title/meta (Simon)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3744" y="1170432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24385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2384" y="124358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2435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Jun – 5 Jul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canales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52344" y="2359152"/>
            <a:ext cx="150876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2450592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Track 1 + Track 2 Meta Ads (Sebastián)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Google Ads captación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precio plan 6 meses (Carolina)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0016" y="1170432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24385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8656" y="124358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8656" y="12435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4024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 Jul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28616" y="2359152"/>
            <a:ext cx="150876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450592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suscripciones rediseñada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HubSpot · template newsletter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· Schema · perfiles RRSS · Hotjar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76288" y="1170432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24385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24928" y="124358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12435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– Sep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0296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04888" y="2359152"/>
            <a:ext cx="1508760" cy="2743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450592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newsletter segmentado con sponsor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TikTok · YouTube · Podcast</a:t>
            </a:r>
            <a:endParaRPr lang="en-US" sz="8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Digital MVP público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4773168"/>
            <a:ext cx="8430768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y P2 dependen de P0: nada en pauta ni newsletter convierte si el checkout está roto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si no actuamos? ¿Qué logramos si ejecutamos?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Sin cambios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$240 – $260M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$70-90M sin resolver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" y="2395728"/>
            <a:ext cx="246888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487168"/>
            <a:ext cx="25420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suscripciones digitales nuevas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baja a 120K pág/mes Q4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KEVINS crece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canal nuevo lanzado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 P0+P1+P2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$290 – $310M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$20-40M recuperable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2395728"/>
            <a:ext cx="2468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487168"/>
            <a:ext cx="25420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Newsletter: 5K suscriptores, ROAS &gt;4x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orgánico +50% vs base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lanzado · Carnet Digital MVP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nuevos anunciantes digitales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048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Ejecución perfecta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$329M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048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 presupuesto anual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0488" y="2395728"/>
            <a:ext cx="246888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487168"/>
            <a:ext cx="25420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Newsletter: 10K sus · $4M COP/mes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50K+ followers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Podcast: 3K listens/episodio c/sponsor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Digital: 5K carnets activos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914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B es alcanzable con los recursos actuales si el funnel se arregla antes del 28 jun.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semana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256032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David: redirect + checkout + Pixel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Paola: segmentar lista + activar UTMs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Simon: 3 titles/metas + fix homepage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Carolina: confirmar precio plan 6 meses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máximo: 28 junio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0" y="822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Digital Diners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1280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entregables de esta sesión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618488"/>
            <a:ext cx="484632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Fase 1: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completo Meta Ads — Diners_05_PautaDigital_2026-06.xlsx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2203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4920" y="22037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+ ejes E-E-A-T + plan acción — Diners_RRSS_2026-06.xlsx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26243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26243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+ análisis datos HubSpot — Diners_Newsletter_2026-06.xlsx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3044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30449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audit + 3 sprints + clusters + 13 P0 técnicos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3465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34655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landing suscripciones · fix funnel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LLM/AI Search: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8862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+ Schema Author + AI briefs top artículos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43068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43068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tareas consolidadas en Diners.md (P0→P3)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0" y="48280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Gamma · Revista Diners · Junio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Digital Diners 2026</dc:title>
  <dc:subject>PptxGenJS Presentation</dc:subject>
  <dc:creator>Carolina Ramirez — Ediciones Gamma</dc:creator>
  <cp:lastModifiedBy>Carolina Ramirez — Ediciones Gamma</cp:lastModifiedBy>
  <cp:revision>1</cp:revision>
  <dcterms:created xsi:type="dcterms:W3CDTF">2026-06-22T09:20:23Z</dcterms:created>
  <dcterms:modified xsi:type="dcterms:W3CDTF">2026-06-22T09:20:23Z</dcterms:modified>
</cp:coreProperties>
</file>